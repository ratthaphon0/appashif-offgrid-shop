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1" r:id="rId2"/>
    <p:sldId id="465" r:id="rId3"/>
    <p:sldId id="579" r:id="rId4"/>
    <p:sldId id="602" r:id="rId5"/>
    <p:sldId id="601" r:id="rId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86BE8-E582-4B29-B4C0-CC77DF7B87F4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75F62-0A56-44BF-97A7-D3F8677F00D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5018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743C-F109-04C5-F651-2596EA10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12C41-E24B-43DF-010F-A29EF9C8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FFCBF-147A-C906-ED29-72B224AAA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DB7E1-EF4D-6E44-7A1A-863995909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101E-BDE8-493B-97EF-6FEE1B49C2E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1703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F143-636E-2716-CB1D-F7C0E013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3B033-2345-DE92-C28F-E56997CFD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D636B-2751-13D6-EC1D-1085A574D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42C39-714E-3E4E-B0C6-C5E24B69B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101E-BDE8-493B-97EF-6FEE1B49C2EC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9236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CC01-2964-BD4A-8B08-D2AE7555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5AFA8-07E1-74AB-81C5-869F8C38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74F6E-E872-AA46-08BC-F5DB794D7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F3C42-CF59-5483-BBE1-45092E49C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101E-BDE8-493B-97EF-6FEE1B49C2EC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52795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3D8A-94B0-9D44-42F3-7217E7EC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8269D-2989-8CF6-40F4-C94AFCC63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E9DA5-ABBF-96A8-B35C-FCAC70A47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048E7-820E-3761-0CC8-1A31792C8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101E-BDE8-493B-97EF-6FEE1B49C2EC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5486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50AC-C657-0227-80DD-BEBD477D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84FF5-A4CF-5955-E4B5-860519101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4C903-8A71-43EE-8287-52FFA0C39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96C25-4F28-3BF5-4711-E7D1018D4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7101E-BDE8-493B-97EF-6FEE1B49C2EC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5984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9EAD217-F13F-D976-E65B-19A7E8E9E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3D3E27B-1B7D-5895-9BB0-D28B24CF4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1C64BD8-F6EF-830F-0D6C-90776A05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570FD80-FC04-F580-3AF9-472B3E8B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198994A-EAED-2285-FDA8-D5491029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122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E31C684-F325-EFD9-3DBE-8810B2CF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1A6F8FE-FF9C-98EF-F479-48FBA99E6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2C4D209-5718-060A-A052-841041AC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3E70C58-9F20-0F8B-8876-E0E941F8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4468360-C04F-2C98-E5B3-D445B251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5420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F5B58D4-EEB4-AEE1-5052-9FC00333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2144885-5160-6304-6EBE-49ABAE5F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2BB2865-5F8C-8715-06D3-7C9E51F8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81D61FF-CD66-829A-BA01-31672016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A8C5DD6D-AE40-E2BE-825B-88B15AD8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703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51C0A13-B311-BE1E-1CD8-911CBDD9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53271A3-46FA-2ABC-514B-E0E45B67E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5A98FE7-2275-0EF5-292E-56B904E9D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61813AC-D634-85C3-E47F-6A11A455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95659677-0BB1-D22D-5A5B-03EE5EA8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179EDDA-F768-4843-5F02-592894A3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15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7B70E82-634B-EF1A-7087-3D5A44CA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C68E6ABA-A595-5269-7227-91C8B308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6E38003D-A7FA-8877-44E2-92EFEA1F6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9CBD3E6E-5ED3-9F59-327F-1FCC164E0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7C3C088-C6C1-E703-8009-B703CC7EF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018A06B5-B01C-4120-DA5E-A80D3062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ABA7132B-A81B-DA60-E90C-1E1B036E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002CE3B9-5885-4BA8-E131-F55DC610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857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521990D-D066-9E17-EBC4-854CE53E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1F55E50-7D57-8E2F-7E91-C6E3453F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A70133CC-9389-5702-A20F-4901E450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6FD4D028-00F6-69A7-2726-CE66A212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283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065E71C5-68E4-2EF4-17E8-7CB8B055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20EF2D98-BB03-8397-D1D2-5F2EBDB3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90457A4-2271-A4FB-5C01-15F481A6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976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3259A32-D391-3DBB-CFF8-6C32C547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9319742-F953-E009-1D74-69A26C56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5B9CB84-B203-D00D-1144-21A5F9EA8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8018159-BF49-E9F6-4C92-0421008E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1DB4C5D9-FF7A-529F-501C-A8A62841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CF926FC-0A44-F815-FFC5-5FE7EF78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130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C0B3D1F-07B4-A739-A00E-B78C927B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0D7F4F13-DDEB-712D-81C0-4AFAAAA9B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A71ED37-6862-1E04-0EEB-89DD6ABD9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2689888-04F2-501C-3C54-C7CBE8FF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CF6F12C-089C-7561-BF93-25690D1A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17E1733-D0E1-795A-BBF4-EC6E44B9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374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424C354-DABE-4330-EDE3-955A2B9E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3606FDEA-753A-8545-BAED-8521E711D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46354E2-D2CD-4425-B43F-869FA19F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1E7C632-95E1-9BC0-8871-6F6AE0E5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7C8E0FD-A5E2-BE20-A3B6-5BA00116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9962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F0C52A6A-C81B-0784-C08F-BB2ED55E6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4F9B0B83-DA83-5A26-9BC3-F02EC6C86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6ED8782-5E57-46C6-A4B2-655B5C02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9C5ECA9-6CF5-CFCD-FC28-9EE65135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9E65633-0A8F-A830-245D-E7C79EBD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77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FA76F69C-29B1-83C4-28A7-5F64350A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9C1C9B7-BEAF-FA63-72AC-DEA280AC5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8013CED-34EB-9D78-70E9-D39739231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3DE9E-32E5-46EC-AD99-E65367AEFBC8}" type="datetimeFigureOut">
              <a:rPr lang="th-TH" smtClean="0"/>
              <a:t>15/07/69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3E27806-9818-79E7-5BEB-E8E6CE817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E73486A-D364-687E-A55E-E689B3855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37A29-207A-4399-A050-4275A0C6C89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2953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EA481-8CF3-0FE7-06FB-DA31C8D6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7CC60E63-E720-5F52-5D8C-254F270B72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63081"/>
            <a:ext cx="12192000" cy="4616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Internet Programming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52C608-D811-585D-21F8-44343DA74C84}"/>
              </a:ext>
            </a:extLst>
          </p:cNvPr>
          <p:cNvSpPr txBox="1"/>
          <p:nvPr/>
        </p:nvSpPr>
        <p:spPr>
          <a:xfrm>
            <a:off x="0" y="2790604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React UI &amp; Navigation + JSON + GitHub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89B1791-4E60-7E62-3883-5B9F55122F17}"/>
              </a:ext>
            </a:extLst>
          </p:cNvPr>
          <p:cNvGrpSpPr/>
          <p:nvPr/>
        </p:nvGrpSpPr>
        <p:grpSpPr>
          <a:xfrm>
            <a:off x="4987000" y="883516"/>
            <a:ext cx="2217999" cy="1200862"/>
            <a:chOff x="5444477" y="774602"/>
            <a:chExt cx="2219837" cy="1201857"/>
          </a:xfrm>
        </p:grpSpPr>
        <p:pic>
          <p:nvPicPr>
            <p:cNvPr id="34" name="Picture 33" descr="KU">
              <a:extLst>
                <a:ext uri="{FF2B5EF4-FFF2-40B4-BE49-F238E27FC236}">
                  <a16:creationId xmlns:a16="http://schemas.microsoft.com/office/drawing/2014/main" id="{6F971D89-267B-EDFB-3A65-F46893EFF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477" y="774602"/>
              <a:ext cx="1194068" cy="119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7D5DA1-4B36-605B-97D0-1BB751EC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265" y="778622"/>
              <a:ext cx="980049" cy="1197837"/>
            </a:xfrm>
            <a:prstGeom prst="rect">
              <a:avLst/>
            </a:prstGeom>
          </p:spPr>
        </p:pic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AC162E67-8A05-A111-9A11-C8E1CE7F2DB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188183"/>
            <a:ext cx="12192000" cy="446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Department of Computer Science and Information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Kasetsart University Sriracha Campus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CCB6E5-EBE4-5D7B-2FFA-B010F1851CA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659610"/>
            <a:ext cx="12192000" cy="44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1</a:t>
            </a:r>
            <a:r>
              <a:rPr lang="en-US" sz="2000" baseline="30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Semester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789A0-9687-21EE-30A8-E05E17A1C07F}"/>
              </a:ext>
            </a:extLst>
          </p:cNvPr>
          <p:cNvSpPr txBox="1"/>
          <p:nvPr/>
        </p:nvSpPr>
        <p:spPr>
          <a:xfrm>
            <a:off x="585689" y="6408849"/>
            <a:ext cx="10777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Nindam, S., 2026, nindams.ku@gmail.com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01CAD3-D953-60B2-A499-1D0DD0A684C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340733"/>
            <a:ext cx="12192000" cy="1236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Lecturer : </a:t>
            </a:r>
            <a:r>
              <a:rPr lang="en-US" sz="1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Dr. Somsawut Nindam, Ph.D.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TA: </a:t>
            </a:r>
            <a:r>
              <a:rPr lang="en-US" sz="1800" dirty="0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Mr. Korkrit </a:t>
            </a:r>
            <a:r>
              <a:rPr lang="en-US" sz="1800" dirty="0" err="1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Pipatset</a:t>
            </a:r>
            <a:endParaRPr lang="en-US" sz="1800" dirty="0">
              <a:solidFill>
                <a:srgbClr val="EE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Asst-TA :</a:t>
            </a:r>
            <a:r>
              <a:rPr lang="en-US" sz="1800" dirty="0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Mr. </a:t>
            </a:r>
            <a:r>
              <a:rPr lang="en-US" sz="1800" dirty="0" err="1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Kawinphop</a:t>
            </a:r>
            <a:r>
              <a:rPr lang="en-US" sz="1800" dirty="0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EE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Tuddaung</a:t>
            </a:r>
            <a:endParaRPr lang="en-US" sz="1800" dirty="0">
              <a:solidFill>
                <a:srgbClr val="EE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2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8F43-8655-0773-5C83-0369DEEE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598D9DB-CCFD-FF1C-E3EF-DB43629D897C}"/>
              </a:ext>
            </a:extLst>
          </p:cNvPr>
          <p:cNvSpPr txBox="1">
            <a:spLocks/>
          </p:cNvSpPr>
          <p:nvPr/>
        </p:nvSpPr>
        <p:spPr>
          <a:xfrm>
            <a:off x="643466" y="836777"/>
            <a:ext cx="10868829" cy="629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Outline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65DE658-CBA6-C62C-0E7B-0DFBA97F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C74A08-5EA5-6EF8-F39E-59779586A6D1}"/>
              </a:ext>
            </a:extLst>
          </p:cNvPr>
          <p:cNvGrpSpPr/>
          <p:nvPr/>
        </p:nvGrpSpPr>
        <p:grpSpPr>
          <a:xfrm>
            <a:off x="585689" y="108953"/>
            <a:ext cx="907916" cy="491561"/>
            <a:chOff x="5444477" y="774602"/>
            <a:chExt cx="2219837" cy="1201857"/>
          </a:xfrm>
        </p:grpSpPr>
        <p:pic>
          <p:nvPicPr>
            <p:cNvPr id="21" name="Picture 20" descr="KU">
              <a:extLst>
                <a:ext uri="{FF2B5EF4-FFF2-40B4-BE49-F238E27FC236}">
                  <a16:creationId xmlns:a16="http://schemas.microsoft.com/office/drawing/2014/main" id="{A4CBE253-80A9-852F-0669-4BA529462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477" y="774602"/>
              <a:ext cx="1194068" cy="119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9D39C09-D2FD-B200-7CB0-91A8440E0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265" y="778622"/>
              <a:ext cx="980049" cy="119783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0F77DAE-6E98-A309-2EF5-B96D240D61A1}"/>
              </a:ext>
            </a:extLst>
          </p:cNvPr>
          <p:cNvSpPr txBox="1"/>
          <p:nvPr/>
        </p:nvSpPr>
        <p:spPr>
          <a:xfrm>
            <a:off x="768095" y="1466190"/>
            <a:ext cx="10744200" cy="145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Graphic User Interface (GUI) Design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Show Products Page: Call the product from GitHub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E9077-CD9D-0904-1F69-C73FD35C9070}"/>
              </a:ext>
            </a:extLst>
          </p:cNvPr>
          <p:cNvSpPr txBox="1"/>
          <p:nvPr/>
        </p:nvSpPr>
        <p:spPr>
          <a:xfrm>
            <a:off x="585689" y="6408849"/>
            <a:ext cx="10777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Nindam, S., 2025, nindams.ku@gmail.com</a:t>
            </a:r>
          </a:p>
        </p:txBody>
      </p:sp>
    </p:spTree>
    <p:extLst>
      <p:ext uri="{BB962C8B-B14F-4D97-AF65-F5344CB8AC3E}">
        <p14:creationId xmlns:p14="http://schemas.microsoft.com/office/powerpoint/2010/main" val="10464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9B4A-68AE-BE26-8DA3-C633080C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3819FFC-1DA4-B557-85E2-D056092E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2CF278-E811-75D3-5902-043ABFDBAB23}"/>
              </a:ext>
            </a:extLst>
          </p:cNvPr>
          <p:cNvGrpSpPr/>
          <p:nvPr/>
        </p:nvGrpSpPr>
        <p:grpSpPr>
          <a:xfrm>
            <a:off x="585689" y="108953"/>
            <a:ext cx="907916" cy="491561"/>
            <a:chOff x="5444477" y="774602"/>
            <a:chExt cx="2219837" cy="1201857"/>
          </a:xfrm>
        </p:grpSpPr>
        <p:pic>
          <p:nvPicPr>
            <p:cNvPr id="21" name="Picture 20" descr="KU">
              <a:extLst>
                <a:ext uri="{FF2B5EF4-FFF2-40B4-BE49-F238E27FC236}">
                  <a16:creationId xmlns:a16="http://schemas.microsoft.com/office/drawing/2014/main" id="{1025AF00-1A70-5660-8EEB-A40B7BE56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477" y="774602"/>
              <a:ext cx="1194068" cy="119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26EF2BC-2C8A-D6E1-7DD3-9D54151FF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265" y="778622"/>
              <a:ext cx="980049" cy="11978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44675B-A482-1F30-90F0-C0AD7CDA9401}"/>
              </a:ext>
            </a:extLst>
          </p:cNvPr>
          <p:cNvSpPr txBox="1">
            <a:spLocks/>
          </p:cNvSpPr>
          <p:nvPr/>
        </p:nvSpPr>
        <p:spPr>
          <a:xfrm>
            <a:off x="1636776" y="163817"/>
            <a:ext cx="10387584" cy="3693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User Interface (GUI)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AD11A-6E7C-C586-D9C2-76C17682543C}"/>
              </a:ext>
            </a:extLst>
          </p:cNvPr>
          <p:cNvSpPr txBox="1"/>
          <p:nvPr/>
        </p:nvSpPr>
        <p:spPr>
          <a:xfrm>
            <a:off x="585689" y="6408849"/>
            <a:ext cx="10777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Nindam, S., 2026, nindams.ku@gmail.com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4BB6BC6-C861-E1C5-2AF6-1D42ACA7A0C2}"/>
              </a:ext>
            </a:extLst>
          </p:cNvPr>
          <p:cNvSpPr txBox="1"/>
          <p:nvPr/>
        </p:nvSpPr>
        <p:spPr>
          <a:xfrm>
            <a:off x="549011" y="6204279"/>
            <a:ext cx="886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https://app.uizard.io/templates/z6474wwa9pFKrjOlo0o6/overview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56F56-DCF1-CB2F-7971-FAE420DDE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776" y="676475"/>
            <a:ext cx="2788447" cy="54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3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A364-B8B0-792B-79D9-7A90E8A6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7C52CC8-61B5-8A9F-F629-C7D4AB00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6AFDAE-D2F1-E9F2-5319-AA794408F16F}"/>
              </a:ext>
            </a:extLst>
          </p:cNvPr>
          <p:cNvGrpSpPr/>
          <p:nvPr/>
        </p:nvGrpSpPr>
        <p:grpSpPr>
          <a:xfrm>
            <a:off x="585689" y="108953"/>
            <a:ext cx="907916" cy="491561"/>
            <a:chOff x="5444477" y="774602"/>
            <a:chExt cx="2219837" cy="1201857"/>
          </a:xfrm>
        </p:grpSpPr>
        <p:pic>
          <p:nvPicPr>
            <p:cNvPr id="21" name="Picture 20" descr="KU">
              <a:extLst>
                <a:ext uri="{FF2B5EF4-FFF2-40B4-BE49-F238E27FC236}">
                  <a16:creationId xmlns:a16="http://schemas.microsoft.com/office/drawing/2014/main" id="{1C69D514-E586-F8E0-EF80-6518BDB5C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477" y="774602"/>
              <a:ext cx="1194068" cy="119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438-7485-9E34-C059-8BD726605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265" y="778622"/>
              <a:ext cx="980049" cy="11978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E3DD55-D1FA-2634-E645-02D6D17C44AD}"/>
              </a:ext>
            </a:extLst>
          </p:cNvPr>
          <p:cNvSpPr txBox="1">
            <a:spLocks/>
          </p:cNvSpPr>
          <p:nvPr/>
        </p:nvSpPr>
        <p:spPr>
          <a:xfrm>
            <a:off x="1636776" y="163817"/>
            <a:ext cx="10387584" cy="3693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Products Page: Call the product from GitHub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3F1FA-4EAD-17B6-CE3E-FA54A5FED242}"/>
              </a:ext>
            </a:extLst>
          </p:cNvPr>
          <p:cNvSpPr txBox="1"/>
          <p:nvPr/>
        </p:nvSpPr>
        <p:spPr>
          <a:xfrm>
            <a:off x="585689" y="6408849"/>
            <a:ext cx="10777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Nindam, S., 2026, nindams.ku@gmail.com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21ED9CB-8C8E-3B11-CAD9-02F948D5B60A}"/>
              </a:ext>
            </a:extLst>
          </p:cNvPr>
          <p:cNvSpPr txBox="1"/>
          <p:nvPr/>
        </p:nvSpPr>
        <p:spPr>
          <a:xfrm>
            <a:off x="549011" y="6204279"/>
            <a:ext cx="886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https://app.uizard.io/templates/z6474wwa9pFKrjOlo0o6/overview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38A4D-0CC4-E606-A59B-839DCB034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89" y="737720"/>
            <a:ext cx="2788447" cy="5460440"/>
          </a:xfrm>
          <a:prstGeom prst="rect">
            <a:avLst/>
          </a:prstGeom>
          <a:ln w="3175">
            <a:solidFill>
              <a:srgbClr val="0070C0"/>
            </a:solidFill>
          </a:ln>
        </p:spPr>
      </p:pic>
      <p:pic>
        <p:nvPicPr>
          <p:cNvPr id="7" name="Picture 6" descr="What is GitHub? Beginner Guide For GitHub | by Ishara Madusanka | MS Club of SLIIT | Medium">
            <a:extLst>
              <a:ext uri="{FF2B5EF4-FFF2-40B4-BE49-F238E27FC236}">
                <a16:creationId xmlns:a16="http://schemas.microsoft.com/office/drawing/2014/main" id="{75AD0CEB-50C0-69D2-E93E-59E0263771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912" b="20348"/>
          <a:stretch>
            <a:fillRect/>
          </a:stretch>
        </p:blipFill>
        <p:spPr>
          <a:xfrm>
            <a:off x="4048900" y="3172968"/>
            <a:ext cx="1760421" cy="64922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C936EE-2E99-26B1-61F9-F4B517E980E6}"/>
              </a:ext>
            </a:extLst>
          </p:cNvPr>
          <p:cNvSpPr txBox="1"/>
          <p:nvPr/>
        </p:nvSpPr>
        <p:spPr>
          <a:xfrm>
            <a:off x="7932194" y="936477"/>
            <a:ext cx="4302226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"id": "1",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"name": "Unisex T-Shirt White",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"stock": 12,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stock_text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"12 in stock",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"category": "T-shirts",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location_count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3,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"3 stores",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badge_status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"Active",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image_url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"http://nindam.ddns.net/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imges_prodcut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/T_Shirt_White.jpg"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},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"id": "2",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"name": "Unisex T-Shirt Black",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"stock": 10,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stock_text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"10 in stock",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"category": "T-shirts",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location_count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4,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"4 stores",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badge_status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"Active",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image_url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"http://nindam.ddns.net/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imges_prodcut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/T_Shirt_Black.jpg"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},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"id": "3",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"name": "Kids T-Shirt Pink",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"stock": 1,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stock_text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"1 in stock",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"category": "T-shirts",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location_count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1,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location_text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"1 stores",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badge_status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"Low in stock",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    "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image_url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": "http://nindam.ddns.net/</a:t>
            </a:r>
            <a:r>
              <a:rPr lang="en-US" sz="85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imges_prodcut</a:t>
            </a:r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/Kids_T_Shirt_Pink.jpg"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sz="85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85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4D5819-52D8-C9D0-C6B0-029B664CED53}"/>
              </a:ext>
            </a:extLst>
          </p:cNvPr>
          <p:cNvCxnSpPr/>
          <p:nvPr/>
        </p:nvCxnSpPr>
        <p:spPr>
          <a:xfrm>
            <a:off x="3374136" y="761359"/>
            <a:ext cx="674764" cy="2411609"/>
          </a:xfrm>
          <a:prstGeom prst="line">
            <a:avLst/>
          </a:prstGeom>
          <a:ln w="31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D44141-6C21-7299-D978-00CA8B1950C9}"/>
              </a:ext>
            </a:extLst>
          </p:cNvPr>
          <p:cNvCxnSpPr>
            <a:cxnSpLocks/>
          </p:cNvCxnSpPr>
          <p:nvPr/>
        </p:nvCxnSpPr>
        <p:spPr>
          <a:xfrm flipH="1">
            <a:off x="3374136" y="3822192"/>
            <a:ext cx="688254" cy="2382087"/>
          </a:xfrm>
          <a:prstGeom prst="line">
            <a:avLst/>
          </a:prstGeom>
          <a:ln w="31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Understanding JSON: The Backbone of Modern Web Development">
            <a:extLst>
              <a:ext uri="{FF2B5EF4-FFF2-40B4-BE49-F238E27FC236}">
                <a16:creationId xmlns:a16="http://schemas.microsoft.com/office/drawing/2014/main" id="{80D9A747-6CC2-3AC0-3733-78EA159899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706" t="18971" r="20833" b="19327"/>
          <a:stretch>
            <a:fillRect/>
          </a:stretch>
        </p:blipFill>
        <p:spPr>
          <a:xfrm>
            <a:off x="6659335" y="2953512"/>
            <a:ext cx="931848" cy="950976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1D909C74-805B-1DC4-D31F-890E66373A7B}"/>
              </a:ext>
            </a:extLst>
          </p:cNvPr>
          <p:cNvSpPr/>
          <p:nvPr/>
        </p:nvSpPr>
        <p:spPr>
          <a:xfrm rot="10800000">
            <a:off x="3421748" y="3315700"/>
            <a:ext cx="490816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462EB4E-319B-9E5E-C817-E30F54C5AF59}"/>
              </a:ext>
            </a:extLst>
          </p:cNvPr>
          <p:cNvSpPr/>
          <p:nvPr/>
        </p:nvSpPr>
        <p:spPr>
          <a:xfrm rot="10800000">
            <a:off x="5974383" y="3283273"/>
            <a:ext cx="490816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82458-926F-B88E-7291-B8758888884A}"/>
              </a:ext>
            </a:extLst>
          </p:cNvPr>
          <p:cNvSpPr/>
          <p:nvPr/>
        </p:nvSpPr>
        <p:spPr>
          <a:xfrm>
            <a:off x="7982712" y="533150"/>
            <a:ext cx="4029044" cy="577621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CA7580-AEC5-8F63-DDB8-E5BC1D9FC544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7125259" y="608959"/>
            <a:ext cx="857453" cy="2344553"/>
          </a:xfrm>
          <a:prstGeom prst="line">
            <a:avLst/>
          </a:prstGeom>
          <a:ln w="31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48F33F-0923-FE19-6995-9B28B0E82318}"/>
              </a:ext>
            </a:extLst>
          </p:cNvPr>
          <p:cNvCxnSpPr>
            <a:cxnSpLocks/>
            <a:endCxn id="14" idx="2"/>
          </p:cNvCxnSpPr>
          <p:nvPr/>
        </p:nvCxnSpPr>
        <p:spPr>
          <a:xfrm flipH="1" flipV="1">
            <a:off x="7125259" y="3904488"/>
            <a:ext cx="843963" cy="2404872"/>
          </a:xfrm>
          <a:prstGeom prst="line">
            <a:avLst/>
          </a:prstGeom>
          <a:ln w="31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17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7382-1944-B09B-29C1-A6851CC8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1C7BB57-5735-D409-2FF7-890B91F1078D}"/>
              </a:ext>
            </a:extLst>
          </p:cNvPr>
          <p:cNvSpPr txBox="1">
            <a:spLocks/>
          </p:cNvSpPr>
          <p:nvPr/>
        </p:nvSpPr>
        <p:spPr>
          <a:xfrm>
            <a:off x="3258481" y="2708960"/>
            <a:ext cx="5675037" cy="1440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Q/A</a:t>
            </a:r>
          </a:p>
          <a:p>
            <a:pPr algn="ctr"/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Thanks!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2B150E-F72F-6B1B-2C8F-695A4D5C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B6144C-C629-2ABA-0FF1-354A88475450}"/>
              </a:ext>
            </a:extLst>
          </p:cNvPr>
          <p:cNvGrpSpPr/>
          <p:nvPr/>
        </p:nvGrpSpPr>
        <p:grpSpPr>
          <a:xfrm>
            <a:off x="585689" y="108953"/>
            <a:ext cx="907916" cy="491561"/>
            <a:chOff x="5444477" y="774602"/>
            <a:chExt cx="2219837" cy="1201857"/>
          </a:xfrm>
        </p:grpSpPr>
        <p:pic>
          <p:nvPicPr>
            <p:cNvPr id="21" name="Picture 20" descr="KU">
              <a:extLst>
                <a:ext uri="{FF2B5EF4-FFF2-40B4-BE49-F238E27FC236}">
                  <a16:creationId xmlns:a16="http://schemas.microsoft.com/office/drawing/2014/main" id="{75B3C433-9DD0-B94A-518D-79F110914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477" y="774602"/>
              <a:ext cx="1194068" cy="1194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E3D196E-7BD0-5940-CEC0-C443036F4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265" y="778622"/>
              <a:ext cx="980049" cy="119783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253BFF5-5142-2AE8-CDCD-BBE56081A2BB}"/>
              </a:ext>
            </a:extLst>
          </p:cNvPr>
          <p:cNvSpPr txBox="1"/>
          <p:nvPr/>
        </p:nvSpPr>
        <p:spPr>
          <a:xfrm>
            <a:off x="643466" y="6340686"/>
            <a:ext cx="10777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Nindam, S., 2025, nindams.ku@gmail.com</a:t>
            </a:r>
          </a:p>
        </p:txBody>
      </p:sp>
    </p:spTree>
    <p:extLst>
      <p:ext uri="{BB962C8B-B14F-4D97-AF65-F5344CB8AC3E}">
        <p14:creationId xmlns:p14="http://schemas.microsoft.com/office/powerpoint/2010/main" val="250768865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485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Tahoma</vt:lpstr>
      <vt:lpstr>ธีมของ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Korkrit PIPATSET</dc:creator>
  <cp:lastModifiedBy>Somsawut NINDAM</cp:lastModifiedBy>
  <cp:revision>54</cp:revision>
  <dcterms:created xsi:type="dcterms:W3CDTF">2025-07-13T10:14:37Z</dcterms:created>
  <dcterms:modified xsi:type="dcterms:W3CDTF">2026-07-15T14:38:01Z</dcterms:modified>
</cp:coreProperties>
</file>