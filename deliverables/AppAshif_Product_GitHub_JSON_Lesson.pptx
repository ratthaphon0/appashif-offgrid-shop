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55680" cy="5943600"/>
          </a:xfrm>
          <a:prstGeom prst="rect">
            <a:avLst/>
          </a:prstGeom>
          <a:solidFill>
            <a:srgbClr val="C8FF35"/>
          </a:solidFill>
          <a:ln>
            <a:solidFill>
              <a:srgbClr val="C8F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42048" y="438912"/>
            <a:ext cx="4416552" cy="594360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ptos"/>
              </a:rPr>
              <a:t>INTERNET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5943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900" b="1">
                <a:solidFill>
                  <a:srgbClr val="111111"/>
                </a:solidFill>
                <a:latin typeface="Aptos"/>
              </a:rPr>
              <a:t>CONTINUE FROM
LAST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944368"/>
            <a:ext cx="5394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Aptos"/>
              </a:rPr>
              <a:t>Product catalogue from GitHub JSON
→ validate → render → recover safely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59352"/>
            <a:ext cx="3749039" cy="502920"/>
          </a:xfrm>
          <a:prstGeom prst="roundRect">
            <a:avLst/>
          </a:prstGeom>
          <a:solidFill>
            <a:srgbClr val="111111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4105656"/>
            <a:ext cx="34930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8FF35"/>
                </a:solidFill>
                <a:latin typeface="Aptos"/>
              </a:rPr>
              <a:t>EXPO 57 / REACT NATIVE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4864608"/>
            <a:ext cx="5212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11111"/>
                </a:solidFill>
                <a:latin typeface="Aptos"/>
              </a:rPr>
              <a:t>Today’s goal: make the existing OFF//GRID product page use data that has been committed to GitHub.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23444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ptos"/>
              </a:rPr>
              <a:t>GITHUB
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999232"/>
            <a:ext cx="2971800" cy="1847088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3364992"/>
            <a:ext cx="25786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11111"/>
                </a:solidFill>
                <a:latin typeface="Aptos"/>
              </a:rPr>
              <a:t>products.json
4 detailed products
validated before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5879592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ptos"/>
              </a:rPr>
              <a:t>Ratthaphon Khan · 6730202734 · SEC 800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Aptos"/>
              </a:rPr>
              <a:t>INTERNET PROGRAMMING ·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Aptos"/>
              </a:rPr>
              <a:t>Where the product data lives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18520" y="329184"/>
            <a:ext cx="640080" cy="384048"/>
          </a:xfrm>
          <a:prstGeom prst="roundRect">
            <a:avLst/>
          </a:prstGeom>
          <a:solidFill>
            <a:srgbClr val="C8FF3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411480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55680" cy="2743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Aptos"/>
              </a:rPr>
              <a:t>Repository contract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029968"/>
            <a:ext cx="4206240" cy="384048"/>
          </a:xfrm>
          <a:prstGeom prst="roundRect">
            <a:avLst/>
          </a:prstGeom>
          <a:solidFill>
            <a:srgbClr val="C8FF3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39696"/>
            <a:ext cx="37947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Courier New"/>
              </a:rPr>
              <a:t>assets/data/products.json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624328"/>
            <a:ext cx="4206240" cy="384048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734056"/>
            <a:ext cx="37947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Courier New"/>
              </a:rPr>
              <a:t>↓ commit + push to main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218688"/>
            <a:ext cx="4206240" cy="384048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6"/>
            <a:ext cx="37947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Courier New"/>
              </a:rPr>
              <a:t>raw.githubusercontent.com/.../products.json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813048"/>
            <a:ext cx="4206240" cy="384048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922776"/>
            <a:ext cx="37947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Courier New"/>
              </a:rPr>
              <a:t>↓ fetch in the Expo app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407408"/>
            <a:ext cx="4206240" cy="384048"/>
          </a:xfrm>
          <a:prstGeom prst="roundRect">
            <a:avLst/>
          </a:prstGeom>
          <a:solidFill>
            <a:srgbClr val="C8FF3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517136"/>
            <a:ext cx="37947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Courier New"/>
              </a:rPr>
              <a:t>ProductCard renders each item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50992" y="1609344"/>
            <a:ext cx="5394960" cy="1353312"/>
          </a:xfrm>
          <a:prstGeom prst="rect">
            <a:avLst/>
          </a:prstGeom>
          <a:solidFill>
            <a:srgbClr val="202124"/>
          </a:solidFill>
          <a:ln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15584" y="1755648"/>
            <a:ext cx="506577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E8EAED"/>
                </a:solidFill>
                <a:latin typeface="Courier New"/>
              </a:rPr>
              <a:t>export const PRODUCT_JSON_URL =
  'https://raw.githubusercontent.com/ratthaphon0/
   appashif-offgrid-shop/main/assets/data/products.json';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96712" y="3383280"/>
            <a:ext cx="1645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B5CF6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7024" y="3383280"/>
            <a:ext cx="481888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ptos"/>
              </a:rPr>
              <a:t>A raw GitHub URL returns JSON directly; it is a simple catalogue API for this class.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96712" y="3977639"/>
            <a:ext cx="1645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B5CF6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7024" y="3977639"/>
            <a:ext cx="481888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ptos"/>
              </a:rPr>
              <a:t>The URL points to the main branch, so students see the latest committed data after Refresh.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96712" y="4572000"/>
            <a:ext cx="1645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B5CF6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7024" y="4572000"/>
            <a:ext cx="481888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ptos"/>
              </a:rPr>
              <a:t>Keep images, price, stock, sale price, and display metadata together in one product record.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E685F"/>
                </a:solidFill>
                <a:latin typeface="Aptos"/>
              </a:rPr>
              <a:t>AppAshif OFF//GRID · Ratthaphon Khan · SEC 800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510528"/>
            <a:ext cx="3337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E685F"/>
                </a:solidFill>
                <a:latin typeface="Aptos"/>
              </a:rPr>
              <a:t>Expo 57 · React Native · GitHub JSON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Aptos"/>
              </a:rPr>
              <a:t>INTERNET PROGRAMMING ·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Aptos"/>
              </a:rPr>
              <a:t>Detailed JSON: one source of truth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18520" y="329184"/>
            <a:ext cx="640080" cy="384048"/>
          </a:xfrm>
          <a:prstGeom prst="roundRect">
            <a:avLst/>
          </a:prstGeom>
          <a:solidFill>
            <a:srgbClr val="C8FF3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411480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55680" cy="2743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17904"/>
            <a:ext cx="5623560" cy="4681728"/>
          </a:xfrm>
          <a:prstGeom prst="rect">
            <a:avLst/>
          </a:prstGeom>
          <a:solidFill>
            <a:srgbClr val="202124"/>
          </a:solidFill>
          <a:ln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64208"/>
            <a:ext cx="5294376" cy="4425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E8EAED"/>
                </a:solidFill>
                <a:latin typeface="Courier New"/>
              </a:rPr>
              <a:t>{
  "id": "acid-grid-tee",
  "name": "Acid Grid Tee",
  "category": "Oversized T-shirt",
  "description": "Acid-wash cotton tee with a relaxed streetwear fit.",
  "price": 890,
  "originalPrice": 1190,
  "stock": 18,
  "badge": "SALE -25%",
  "badgeColor": "#FF4FA3",
  "imageColor": "#D9FF74",
  "accentColor": "#8B5CF6",
  "edition": "DROP 01",
  "images": [
    {
      "label": "BACK",
      "uri": "https://www.jnorss.in/cdn/shop/files/alice_in_chains_GREEN_ACId_WASH_BACK_DR_SLEVESS_copy_3_8b286dcf-306d-4bfd-86db-3f63e55a36d3.jpg?v=1782756090&amp;width=3840"
    },
    {
      "label": "FRONT",
      "uri": "https://www.jnorss.in/cdn/shop/files/alice_in_chains_front_green_acid_wash_dr._sleeves_tees_copy_5f1c7429-427b-407f-b67e-542b55ede982.jpg?v=1782756091&amp;width=3840"
    }
  ]
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57276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Aptos"/>
              </a:rPr>
              <a:t>Fields used in the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2084831"/>
            <a:ext cx="4498848" cy="475488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0568" y="2176271"/>
            <a:ext cx="12070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Aptos"/>
              </a:rPr>
              <a:t>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2176271"/>
            <a:ext cx="2788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ptos"/>
              </a:rPr>
              <a:t>id, name, category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2752344"/>
            <a:ext cx="4498848" cy="475488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2843784"/>
            <a:ext cx="12070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Aptos"/>
              </a:rPr>
              <a:t>COMMERCE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2843784"/>
            <a:ext cx="2788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ptos"/>
              </a:rPr>
              <a:t>price, originalPrice, stock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3419856"/>
            <a:ext cx="4498848" cy="475488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0568" y="3511296"/>
            <a:ext cx="12070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Aptos"/>
              </a:rPr>
              <a:t>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3511296"/>
            <a:ext cx="2788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ptos"/>
              </a:rPr>
              <a:t>badge, colors, edition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4087368"/>
            <a:ext cx="4498848" cy="475488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4178808"/>
            <a:ext cx="12070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Aptos"/>
              </a:rPr>
              <a:t>MEDIA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4178808"/>
            <a:ext cx="2788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ptos"/>
              </a:rPr>
              <a:t>images: label + uri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4754879"/>
            <a:ext cx="4498848" cy="475488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4846319"/>
            <a:ext cx="12070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Aptos"/>
              </a:rPr>
              <a:t>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8" y="4846319"/>
            <a:ext cx="2788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ptos"/>
              </a:rPr>
              <a:t>description for detail 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5705856"/>
            <a:ext cx="44988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ptos"/>
              </a:rPr>
              <a:t>Rule: update the JSON once, then every screen receives the same product information.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E685F"/>
                </a:solidFill>
                <a:latin typeface="Aptos"/>
              </a:rPr>
              <a:t>AppAshif OFF//GRID · Ratthaphon Khan · SEC 800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510528"/>
            <a:ext cx="3337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E685F"/>
                </a:solidFill>
                <a:latin typeface="Aptos"/>
              </a:rPr>
              <a:t>Expo 57 · React Native · GitHub 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Aptos"/>
              </a:rPr>
              <a:t>INTERNET PROGRAMMING ·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Aptos"/>
              </a:rPr>
              <a:t>Fetch, validate, then render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18520" y="329184"/>
            <a:ext cx="640080" cy="384048"/>
          </a:xfrm>
          <a:prstGeom prst="roundRect">
            <a:avLst/>
          </a:prstGeom>
          <a:solidFill>
            <a:srgbClr val="C8FF3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411480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55680" cy="2743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5742432" cy="4224528"/>
          </a:xfrm>
          <a:prstGeom prst="rect">
            <a:avLst/>
          </a:prstGeom>
          <a:solidFill>
            <a:srgbClr val="202124"/>
          </a:solidFill>
          <a:ln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46504"/>
            <a:ext cx="5413248" cy="3968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E8EAED"/>
                </a:solidFill>
                <a:latin typeface="Courier New"/>
              </a:rPr>
              <a:t>const response = await fetch(PRODUCT_JSON_URL);
if (!response.ok) throw new Error(`GitHub returned ${response.status}`);
const data: unknown = await response.json();
if (!Array.isArray(data) || !data.every(isProduct)) {
  throw new Error('GitHub JSON does not match the product schema');
}
setProducts(data);
setSource('github');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67728" y="1737360"/>
            <a:ext cx="4096512" cy="658368"/>
          </a:xfrm>
          <a:prstGeom prst="roundRect">
            <a:avLst/>
          </a:prstGeom>
          <a:solidFill>
            <a:srgbClr val="C8FF3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87184" y="1956816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ptos"/>
              </a:rPr>
              <a:t>1. FETCH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67728" y="2697480"/>
            <a:ext cx="4096512" cy="658368"/>
          </a:xfrm>
          <a:prstGeom prst="roundRect">
            <a:avLst/>
          </a:prstGeom>
          <a:solidFill>
            <a:srgbClr val="E9DC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87184" y="2916936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ptos"/>
              </a:rPr>
              <a:t>2. VALIDATE SHAPE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67728" y="3657600"/>
            <a:ext cx="4096512" cy="658368"/>
          </a:xfrm>
          <a:prstGeom prst="roundRect">
            <a:avLst/>
          </a:prstGeom>
          <a:solidFill>
            <a:srgbClr val="FF4FA3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87184" y="3877056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ptos"/>
              </a:rPr>
              <a:t>3. UPDATE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67728" y="4617720"/>
            <a:ext cx="4096512" cy="658368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87184" y="4837176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ptos"/>
              </a:rPr>
              <a:t>4. PRODUCTCARD MAPS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5650992"/>
            <a:ext cx="4114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E685F"/>
                </a:solidFill>
                <a:latin typeface="Aptos"/>
              </a:rPr>
              <a:t>`ProductProvider` keeps fetching logic out of screen components.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E685F"/>
                </a:solidFill>
                <a:latin typeface="Aptos"/>
              </a:rPr>
              <a:t>AppAshif OFF//GRID · Ratthaphon Khan · SEC 800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6510528"/>
            <a:ext cx="3337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E685F"/>
                </a:solidFill>
                <a:latin typeface="Aptos"/>
              </a:rPr>
              <a:t>Expo 57 · React Native · GitHub 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Aptos"/>
              </a:rPr>
              <a:t>INTERNET PROGRAMMING ·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Aptos"/>
              </a:rPr>
              <a:t>Use the shared catalogue in the Products page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18520" y="329184"/>
            <a:ext cx="640080" cy="384048"/>
          </a:xfrm>
          <a:prstGeom prst="roundRect">
            <a:avLst/>
          </a:prstGeom>
          <a:solidFill>
            <a:srgbClr val="C8FF3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411480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55680" cy="2743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54480"/>
            <a:ext cx="5577840" cy="4297680"/>
          </a:xfrm>
          <a:prstGeom prst="rect">
            <a:avLst/>
          </a:prstGeom>
          <a:solidFill>
            <a:srgbClr val="202124"/>
          </a:solidFill>
          <a:ln>
            <a:solidFill>
              <a:srgbClr val="20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00784"/>
            <a:ext cx="5248656" cy="4041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E8EAED"/>
                </a:solidFill>
                <a:latin typeface="Courier New"/>
              </a:rPr>
              <a:t>const { products, source, isLoading, error, refreshProducts } = useProducts();
&lt;PageHeading
  title="PRODUCTS"
  badge={isLoading ? 'SYNCING…' : `${products.length} ITEMS`}
/&gt;
{products.map((product) =&gt; (
  &lt;ProductCard key={product.id} product={product}
    width={cardWidth} onAdd={() =&gt; addItem(product.id)} /&gt;
))}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56832" y="1572768"/>
            <a:ext cx="4343400" cy="4315968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7728" y="1847088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111"/>
                </a:solidFill>
                <a:latin typeface="Aptos"/>
              </a:rPr>
              <a:t>PRODUCTS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1773936"/>
            <a:ext cx="1261872" cy="347472"/>
          </a:xfrm>
          <a:prstGeom prst="roundRect">
            <a:avLst/>
          </a:prstGeom>
          <a:solidFill>
            <a:srgbClr val="FF4FA3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72600" y="1892807"/>
            <a:ext cx="126187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11111"/>
                </a:solidFill>
                <a:latin typeface="Aptos"/>
              </a:rPr>
              <a:t>4 ITEMS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31152" y="2395728"/>
            <a:ext cx="3767328" cy="384048"/>
          </a:xfrm>
          <a:prstGeom prst="roundRect">
            <a:avLst/>
          </a:prstGeom>
          <a:solidFill>
            <a:srgbClr val="C8FF3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95744" y="2514600"/>
            <a:ext cx="342900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ptos"/>
              </a:rPr>
              <a:t>LIVE: GITHUB JSON                     REFRESH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31152" y="3072384"/>
            <a:ext cx="1627632" cy="21671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40880" y="3227832"/>
            <a:ext cx="1408176" cy="758952"/>
          </a:xfrm>
          <a:prstGeom prst="roundRect">
            <a:avLst/>
          </a:prstGeom>
          <a:solidFill>
            <a:srgbClr val="D9FF74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4160520"/>
            <a:ext cx="13716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E685F"/>
                </a:solidFill>
                <a:latin typeface="Aptos"/>
              </a:rPr>
              <a:t>OVERSIZED T-SHIRT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4361688"/>
            <a:ext cx="13533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Aptos"/>
              </a:rPr>
              <a:t>Acid Grid Tee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4882896"/>
            <a:ext cx="135331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8B5CF6"/>
                </a:solidFill>
                <a:latin typeface="Aptos"/>
              </a:rPr>
              <a:t>฿890 · 18 left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96528" y="3072384"/>
            <a:ext cx="1627632" cy="21671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06256" y="3227832"/>
            <a:ext cx="1408176" cy="758952"/>
          </a:xfrm>
          <a:prstGeom prst="roundRect">
            <a:avLst/>
          </a:prstGeom>
          <a:solidFill>
            <a:srgbClr val="FF9D73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24544" y="4160520"/>
            <a:ext cx="13716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E685F"/>
                </a:solidFill>
                <a:latin typeface="Aptos"/>
              </a:rPr>
              <a:t>UTILITY PANTS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4544" y="4361688"/>
            <a:ext cx="13533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Aptos"/>
              </a:rPr>
              <a:t>Signal Cargo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24544" y="4882896"/>
            <a:ext cx="135331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8B5CF6"/>
                </a:solidFill>
                <a:latin typeface="Aptos"/>
              </a:rPr>
              <a:t>฿1,590 · 42 left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559552"/>
            <a:ext cx="39776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11111"/>
                </a:solidFill>
                <a:latin typeface="Aptos"/>
              </a:rPr>
              <a:t>One hook supplies the same array to Home, Products, and Cart.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E685F"/>
                </a:solidFill>
                <a:latin typeface="Aptos"/>
              </a:rPr>
              <a:t>AppAshif OFF//GRID · Ratthaphon Khan · SEC 800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510528"/>
            <a:ext cx="3337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E685F"/>
                </a:solidFill>
                <a:latin typeface="Aptos"/>
              </a:rPr>
              <a:t>Expo 57 · React Native · GitHub 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Aptos"/>
              </a:rPr>
              <a:t>INTERNET PROGRAMMING ·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Aptos"/>
              </a:rPr>
              <a:t>Make failure safe, not invisible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18520" y="329184"/>
            <a:ext cx="640080" cy="384048"/>
          </a:xfrm>
          <a:prstGeom prst="roundRect">
            <a:avLst/>
          </a:prstGeom>
          <a:solidFill>
            <a:srgbClr val="C8FF3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411480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55680" cy="2743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627632"/>
            <a:ext cx="4919472" cy="4279392"/>
          </a:xfrm>
          <a:prstGeom prst="roundRect">
            <a:avLst/>
          </a:prstGeom>
          <a:solidFill>
            <a:srgbClr val="FFE7EE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38528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ptos"/>
              </a:rPr>
              <a:t>If GitHub is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1645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B5CF6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2560320"/>
            <a:ext cx="390448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ptos"/>
              </a:rPr>
              <a:t>Catch network / HTTP errors.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27248"/>
            <a:ext cx="1645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B5CF6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3127248"/>
            <a:ext cx="390448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ptos"/>
              </a:rPr>
              <a:t>Reject malformed JSON before it reaches the UI.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94176"/>
            <a:ext cx="1645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B5CF6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3694176"/>
            <a:ext cx="390448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ptos"/>
              </a:rPr>
              <a:t>Show the local fallback catalogue.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61104"/>
            <a:ext cx="1645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B5CF6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4261104"/>
            <a:ext cx="390448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ptos"/>
              </a:rPr>
              <a:t>Tell the user: OFFLINE: LOCAL FALLBACK.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27632"/>
            <a:ext cx="4919472" cy="4279392"/>
          </a:xfrm>
          <a:prstGeom prst="roundRect">
            <a:avLst/>
          </a:prstGeom>
          <a:solidFill>
            <a:srgbClr val="EAFFD4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938528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ptos"/>
              </a:rPr>
              <a:t>Why this is better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2560320"/>
            <a:ext cx="1645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B5CF6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560320"/>
            <a:ext cx="38587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ptos"/>
              </a:rPr>
              <a:t>The product grid never becomes blank.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3127248"/>
            <a:ext cx="1645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B5CF6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127248"/>
            <a:ext cx="38587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ptos"/>
              </a:rPr>
              <a:t>A broken JSON edit cannot crash the cart.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3694176"/>
            <a:ext cx="1645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B5CF6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694176"/>
            <a:ext cx="38587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ptos"/>
              </a:rPr>
              <a:t>The status bar makes the data source testable in class.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8" y="4736592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B5CF6"/>
                </a:solidFill>
                <a:latin typeface="Aptos"/>
              </a:rPr>
              <a:t>Demo test: turn off Wi-Fi → reload → products still render.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E685F"/>
                </a:solidFill>
                <a:latin typeface="Aptos"/>
              </a:rPr>
              <a:t>AppAshif OFF//GRID · Ratthaphon Khan · SEC 800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510528"/>
            <a:ext cx="3337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E685F"/>
                </a:solidFill>
                <a:latin typeface="Aptos"/>
              </a:rPr>
              <a:t>Expo 57 · React Native · GitHub 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Aptos"/>
              </a:rPr>
              <a:t>INTERNET PROGRAMMING ·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Aptos"/>
              </a:rPr>
              <a:t>Class demo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18520" y="329184"/>
            <a:ext cx="640080" cy="384048"/>
          </a:xfrm>
          <a:prstGeom prst="roundRect">
            <a:avLst/>
          </a:prstGeom>
          <a:solidFill>
            <a:srgbClr val="C8FF3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411480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55680" cy="2743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517904"/>
            <a:ext cx="502920" cy="502920"/>
          </a:xfrm>
          <a:prstGeom prst="roundRect">
            <a:avLst/>
          </a:prstGeom>
          <a:solidFill>
            <a:srgbClr val="C8FF3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82496"/>
            <a:ext cx="5029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11111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554480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Aptos"/>
              </a:rPr>
              <a:t>Edit products.json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581912"/>
            <a:ext cx="6217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E685F"/>
                </a:solidFill>
                <a:latin typeface="Aptos"/>
              </a:rPr>
              <a:t>Change one product name, stock, or price.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350008"/>
            <a:ext cx="502920" cy="502920"/>
          </a:xfrm>
          <a:prstGeom prst="roundRect">
            <a:avLst/>
          </a:prstGeom>
          <a:solidFill>
            <a:srgbClr val="FF4FA3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5029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11111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386584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Aptos"/>
              </a:rPr>
              <a:t>Commit and push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414016"/>
            <a:ext cx="6217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E685F"/>
                </a:solidFill>
                <a:latin typeface="Aptos"/>
              </a:rPr>
              <a:t>GitHub becomes the published catalogue.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182112"/>
            <a:ext cx="502920" cy="502920"/>
          </a:xfrm>
          <a:prstGeom prst="roundRect">
            <a:avLst/>
          </a:prstGeom>
          <a:solidFill>
            <a:srgbClr val="C8FF3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46704"/>
            <a:ext cx="5029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11111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218688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Aptos"/>
              </a:rPr>
              <a:t>Open Products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246120"/>
            <a:ext cx="6217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E685F"/>
                </a:solidFill>
                <a:latin typeface="Aptos"/>
              </a:rPr>
              <a:t>Press REFRESH and see LIVE: GITHUB JSON.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014215"/>
            <a:ext cx="502920" cy="502920"/>
          </a:xfrm>
          <a:prstGeom prst="roundRect">
            <a:avLst/>
          </a:prstGeom>
          <a:solidFill>
            <a:srgbClr val="FF4FA3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78807"/>
            <a:ext cx="5029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11111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050791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Aptos"/>
              </a:rPr>
              <a:t>Add to cart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078223"/>
            <a:ext cx="6217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E685F"/>
                </a:solidFill>
                <a:latin typeface="Aptos"/>
              </a:rPr>
              <a:t>The selected product comes from the same shared data.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846320"/>
            <a:ext cx="502920" cy="502920"/>
          </a:xfrm>
          <a:prstGeom prst="roundRect">
            <a:avLst/>
          </a:prstGeom>
          <a:solidFill>
            <a:srgbClr val="C8FF3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010912"/>
            <a:ext cx="5029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11111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882896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Aptos"/>
              </a:rPr>
              <a:t>Test offline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910328"/>
            <a:ext cx="6217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E685F"/>
                </a:solidFill>
                <a:latin typeface="Aptos"/>
              </a:rPr>
              <a:t>Fallback protects the UI when GitHub is unreachable.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89136" y="5449824"/>
            <a:ext cx="1920240" cy="512064"/>
          </a:xfrm>
          <a:prstGeom prst="roundRect">
            <a:avLst/>
          </a:prstGeom>
          <a:solidFill>
            <a:srgbClr val="8B5CF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89136" y="562356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Q /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E685F"/>
                </a:solidFill>
                <a:latin typeface="Aptos"/>
              </a:rPr>
              <a:t>AppAshif OFF//GRID · Ratthaphon Khan · SEC 800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510528"/>
            <a:ext cx="3337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E685F"/>
                </a:solidFill>
                <a:latin typeface="Aptos"/>
              </a:rPr>
              <a:t>Expo 57 · React Native · GitHub 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